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48481bd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48481bd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c412b8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c412b8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4c412b8a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4c412b8a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4c412b8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4c412b8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LLM-as-a-judge for Explanations of NLP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Innocenti Antonio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29/8/2025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Progress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100">
                <a:solidFill>
                  <a:schemeClr val="dk1"/>
                </a:solidFill>
              </a:rPr>
              <a:t>Model: </a:t>
            </a:r>
            <a:r>
              <a:rPr lang="it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yash3056/Llama-3.2-1B-imdb</a:t>
            </a:r>
            <a:endParaRPr sz="1050">
              <a:solidFill>
                <a:srgbClr val="CE917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LLM: </a:t>
            </a:r>
            <a:r>
              <a:rPr lang="it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Unbabel/M-Prometheus-3B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100">
                <a:solidFill>
                  <a:schemeClr val="dk1"/>
                </a:solidFill>
              </a:rPr>
              <a:t>Defined a general setup for the experiment (model - LLM - explanations). Currently following the forward simulation design of Hase &amp; Bansal (2020):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64 instances in total (because of computational costs), to be extended…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learning phase: the LLM sees input and output for 32 instances (group A)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pre prediction phase: the LLM predicts the output for the remaining 32  instances (group B)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learning phase with explanations: the LLM sees input, explanation(s) and output for 32 instances (group A)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post prediction phase: </a:t>
            </a:r>
            <a:r>
              <a:rPr lang="it" sz="1100">
                <a:solidFill>
                  <a:schemeClr val="dk1"/>
                </a:solidFill>
              </a:rPr>
              <a:t>the LLM predicts the output for the remaining 32  instances (group B)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100">
                <a:solidFill>
                  <a:schemeClr val="dk1"/>
                </a:solidFill>
              </a:rPr>
              <a:t>Generated explanations on google colab: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64 SHAP and 64 LIME explanations (formatted_text. structured_text, top_words)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Started the experiment with the LLM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Explanations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 different NLP formats for Explanations: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review as whole with sentiment scores in square brackets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negative_words vs. positive_words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top n words: absolute scores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Right now I am just taking the format 1; it would be interesting to use the others too and compare them</a:t>
            </a:r>
            <a:endParaRPr/>
          </a:p>
        </p:txBody>
      </p:sp>
      <p:pic>
        <p:nvPicPr>
          <p:cNvPr id="68" name="Google Shape;68;p15" title="Screenshot 2025-09-29 0929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92875"/>
            <a:ext cx="8658664" cy="18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Interaction with the prometheus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The model is </a:t>
            </a:r>
            <a:r>
              <a:rPr lang="it"/>
              <a:t>hallucinating</a:t>
            </a:r>
            <a:r>
              <a:rPr lang="it"/>
              <a:t> and does not understand the task</a:t>
            </a:r>
            <a:endParaRPr/>
          </a:p>
        </p:txBody>
      </p:sp>
      <p:pic>
        <p:nvPicPr>
          <p:cNvPr id="75" name="Google Shape;75;p16" title="Screenshot 2025-09-29 1017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74743"/>
            <a:ext cx="9144000" cy="213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Current problems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Computational costs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Interaction with </a:t>
            </a:r>
            <a:r>
              <a:rPr lang="it" sz="1800"/>
              <a:t>prometheus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Google Colab/University Server</a:t>
            </a:r>
            <a:endParaRPr sz="1800"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Fix interaction with prometheus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Get more explanations from the dataset (good balance between TP, FP, FN, TN)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Define accuracy metric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Read and integrate more literature</a:t>
            </a:r>
            <a:endParaRPr sz="1800"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48324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To-dos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