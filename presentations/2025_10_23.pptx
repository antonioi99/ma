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48481bd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48481bd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4c412b8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4c412b8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4c412b8a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4c412b8a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LLM-as-a-judge for Explanations of NLP models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Innocenti Antonio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22/10/2025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Progress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100">
                <a:solidFill>
                  <a:schemeClr val="dk1"/>
                </a:solidFill>
              </a:rPr>
              <a:t>Model: </a:t>
            </a:r>
            <a:r>
              <a:rPr lang="it" sz="10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yash3056/Llama-3.2-1B-imdb</a:t>
            </a:r>
            <a:endParaRPr sz="1050">
              <a:solidFill>
                <a:srgbClr val="CE9178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LLM: </a:t>
            </a:r>
            <a:r>
              <a:rPr lang="it" sz="1050">
                <a:solidFill>
                  <a:srgbClr val="CE917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Unbabel/M-Prometheus-3B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100">
                <a:solidFill>
                  <a:schemeClr val="dk1"/>
                </a:solidFill>
              </a:rPr>
              <a:t>(Re)defined a general setup for the experiment (model - LLM - explanations). Currently following the forward simulation design of Hase &amp; Bansal (2020):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128 instances from the test_set of imdb dataset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texts are grouped by cosine_similarity: 32 groups made by 4 reviews each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to ensure data balancing, each group contains 2 reviews for each label; reviews </a:t>
            </a:r>
            <a:r>
              <a:rPr lang="it" sz="1100">
                <a:solidFill>
                  <a:schemeClr val="dk1"/>
                </a:solidFill>
              </a:rPr>
              <a:t>order in the groups is randomized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forward prediction x16 batches: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learning phase: LLM sees one group (text, predicted_label)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pre-prediction phase: LLM guesses predicted label on a second group of reviews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learning phase with explanations: LLM sees same group as in learning phase (text, explanation, predicted_label)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post-prediction phase: LLM guesses predicted label on the same group of reviews as in pre-prediction phase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it" sz="1100">
                <a:solidFill>
                  <a:schemeClr val="dk1"/>
                </a:solidFill>
              </a:rPr>
              <a:t>conversation history with the model is deleted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2" name="Google Shape;62;p14" title="Screenshot 2025-10-22 2334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550" y="4108125"/>
            <a:ext cx="5280375" cy="10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Explanations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17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3 different NLP formats for Explanations: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review as whole with sentiment scores in square brackets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negative_words vs. positive_words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top n words: absolute scores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Right now I am just taking the format 1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In the next weeks I want to analyze also the others + the one you suggested in our last meeting</a:t>
            </a:r>
            <a:endParaRPr/>
          </a:p>
        </p:txBody>
      </p:sp>
      <p:pic>
        <p:nvPicPr>
          <p:cNvPr id="69" name="Google Shape;69;p15" title="Screenshot 2025-09-29 0929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92875"/>
            <a:ext cx="8658664" cy="189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Current problems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Google Colab/University Server</a:t>
            </a:r>
            <a:endParaRPr sz="1800"/>
          </a:p>
        </p:txBody>
      </p:sp>
      <p:sp>
        <p:nvSpPr>
          <p:cNvPr id="76" name="Google Shape;76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Get more explanations from the dataset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Try different explanations formats and compare their effect on the LLM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Generate random explanations to have a baseline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Run the code on SLURM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 sz="1800"/>
              <a:t>Read and integrate more literature</a:t>
            </a:r>
            <a:endParaRPr sz="1800"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4832400" y="445025"/>
            <a:ext cx="39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To-dos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